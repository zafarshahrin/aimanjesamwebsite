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CD58-7F72-08C9-593A-6666D4D09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D384B-0667-0179-4F75-246C0505E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0A05-6C8C-35CE-FA46-72D074A8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34807-CD2B-B3F1-831D-F0D1ED34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A1829-6245-E712-8110-9278F84C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2801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68DB-90A2-7E75-97E8-239E0F64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B96C-9C62-FAD1-3771-BE38D6C7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8C706-88DC-ED8D-5B85-46E44777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B720F-6F09-D608-21B0-2D4FB370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AB193-C7DD-68BF-617F-878F305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576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A77A-9F6B-B59D-C708-4058689C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4BDFD-9BEA-8425-C27E-F24905AC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96801-DD65-9EB6-784D-44B7F670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4863-BB3C-EDEE-E832-2CBFBA88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08B5-0A73-6DDB-7D1C-DA272A4B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8219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43EF-5D3E-BA59-C2E7-647DB6A4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6576E-4FFE-CF97-C1E1-1ABD7F795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4F324-D966-CAD6-0544-766FD30EC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B275F-21CF-EB6F-8AFD-A0A99BBF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39712-569E-D311-8419-2E8D5392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ABE30-75DF-58DE-A3AF-0F28ACD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252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8A2B-E4C3-ED52-235B-7382C62C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B942-F6C8-86FE-6BEC-0C1530236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CD6B4-9BA3-0967-A8DB-391A2A9FC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48D2F-2A35-9B0D-3D68-BB57D18EB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B02A04-1F03-71E9-195E-4B00BD17F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FD600-9794-EB4B-4DE3-262B731A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966F0-C8D8-6F0B-AFC3-759E15A5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41913-81B6-F26A-57F7-813CAC78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746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2EC9-CA48-A311-9820-0500815A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930CD-C9CD-CF5C-2264-C59B7125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5987A-BABD-9843-D810-0C580A6C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E7805-E8AF-6079-4AEB-DEF24A4C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959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9F91D-A7E5-FD4B-25E3-C80E5F2C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49EA5-D314-147F-67F8-CB767DE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B3F5-8138-231C-77FD-14B06580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4077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9C6B-D1D0-944E-17EA-26869689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06EB-51D0-4E22-1149-0475E707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FE771-BBC0-5C69-ECB2-4303B6F9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98DA2-A19D-6732-8DB6-A9291965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76206-3152-91CF-058C-9B49FC3E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AE62A-1891-0F25-2BB9-B53090D1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227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1FED-BF49-E79F-00A5-A0FA4290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95A55-9009-E324-B598-C6C3478A9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72DD1-DABA-4075-0008-38FCEAAFE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00B0-8AED-2E4E-3D0C-40C2750B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8EFE2-87E0-4556-B1AA-FBE55730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5A11A-9786-206C-5112-A5F387C4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619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E540-179B-2690-E61A-AD25BFB3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E8E66-3DC7-FE69-9459-5DB6CA6C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0AC5-70A4-C93B-1778-03ED4A10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07C4E-3ACB-0AAB-3757-45853A18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71A6A-A501-C4EE-B3B1-C33A218B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824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2B9BF-97EB-8C7E-0E12-7247678E1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687C6-61D9-3251-5E41-DAFB2724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FB614-810C-AA52-8E43-727C2860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4459-26EB-FE05-9DD3-C17D6018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56C90-45C0-A8BA-D8C6-35297EBA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875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6B7A6-FE85-29C4-8365-3C0BEA05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9072C-7852-2E3C-21B0-2766B824F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B5540-D115-3883-03FB-898CAA745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335A0-F15B-459F-8024-596C61D87E88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446EB-E073-94D6-AA80-D5FFD0B4D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4F0CD-A81B-19E5-C3E3-37284EB7F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5BA5E-488F-4E6A-802D-9D177C8C2C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35282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193F-28AD-11B8-408C-2FC7E2BA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Photo Album </a:t>
            </a:r>
            <a:br>
              <a:rPr lang="en-MY" dirty="0"/>
            </a:br>
            <a:r>
              <a:rPr lang="en-MY" dirty="0"/>
              <a:t>(EVENT SECTION)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BB38B-36BE-F13A-F168-B072B4F7C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/>
              <a:t>by USER</a:t>
            </a:r>
          </a:p>
        </p:txBody>
      </p:sp>
    </p:spTree>
    <p:extLst>
      <p:ext uri="{BB962C8B-B14F-4D97-AF65-F5344CB8AC3E}">
        <p14:creationId xmlns:p14="http://schemas.microsoft.com/office/powerpoint/2010/main" val="123151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SC01362">
            <a:extLst>
              <a:ext uri="{FF2B5EF4-FFF2-40B4-BE49-F238E27FC236}">
                <a16:creationId xmlns:a16="http://schemas.microsoft.com/office/drawing/2014/main" id="{19BEA1B6-F27E-DC62-6763-D57464759F7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0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SC01309">
            <a:extLst>
              <a:ext uri="{FF2B5EF4-FFF2-40B4-BE49-F238E27FC236}">
                <a16:creationId xmlns:a16="http://schemas.microsoft.com/office/drawing/2014/main" id="{5FDEFEA5-2DD9-0E36-DBE6-31D98CEC46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11 at 7.49.11 PM">
            <a:extLst>
              <a:ext uri="{FF2B5EF4-FFF2-40B4-BE49-F238E27FC236}">
                <a16:creationId xmlns:a16="http://schemas.microsoft.com/office/drawing/2014/main" id="{5CDBECCE-6848-290B-4219-186359E7E4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8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11 at 7.49.24 PM">
            <a:extLst>
              <a:ext uri="{FF2B5EF4-FFF2-40B4-BE49-F238E27FC236}">
                <a16:creationId xmlns:a16="http://schemas.microsoft.com/office/drawing/2014/main" id="{52690434-5983-DDB9-4CFE-E0C5C0ED8B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11 at 7.49.31 PM">
            <a:extLst>
              <a:ext uri="{FF2B5EF4-FFF2-40B4-BE49-F238E27FC236}">
                <a16:creationId xmlns:a16="http://schemas.microsoft.com/office/drawing/2014/main" id="{F3A0F05C-6350-6D27-1E18-BF487A4226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14 at 5.17.45 PM">
            <a:extLst>
              <a:ext uri="{FF2B5EF4-FFF2-40B4-BE49-F238E27FC236}">
                <a16:creationId xmlns:a16="http://schemas.microsoft.com/office/drawing/2014/main" id="{F4B6C756-204E-6069-B627-A14782E79A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15 at 4.37.36 PM">
            <a:extLst>
              <a:ext uri="{FF2B5EF4-FFF2-40B4-BE49-F238E27FC236}">
                <a16:creationId xmlns:a16="http://schemas.microsoft.com/office/drawing/2014/main" id="{99E7349F-4EE2-CF36-87E9-9B4EFE6AC8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" y="0"/>
            <a:ext cx="1218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Photo Album  (EVENT SECTION)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2026-04-17T06:38:28Z</dcterms:created>
  <dcterms:modified xsi:type="dcterms:W3CDTF">2026-04-17T06:41:32Z</dcterms:modified>
</cp:coreProperties>
</file>