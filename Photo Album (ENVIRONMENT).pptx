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BB82-4B82-9B31-89AA-5E11725EE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B6514-C803-3D1A-0BC8-A98CA4424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C6BC1-6C70-0451-0A04-3C3A1CEA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99AED-96F7-FBAF-5504-2CB18B4D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E2BD-0B66-1F3C-D392-DE8E4F11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878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E6B3-AE63-3418-50C4-D71FC03E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8E0AA-79C3-D075-0E58-F5DA4F26E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BE3E-DDBC-0D99-4A76-106D5B6A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4D094-BCB6-FAC2-4752-10949BCF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CABE9-277C-51C6-0366-8B748DD2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775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6411-F05A-DA2E-F30B-23FBBD3C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A85E4-7B68-FB46-219F-E54AB37BD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55FE9-7D80-5CF3-EFAE-8C8F0786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D0C10-6186-F514-39FE-BD5F056B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724E6-4B98-A156-D228-762CA50B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36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8325-B853-082B-3F2A-CE5EDF4D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4787-7AC4-0916-03F1-2DC1388AC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15BF-403B-032D-D17A-7C5C90FC7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3E6AF-815F-52A7-1500-9640C573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5845B-8221-500E-AB70-E226F58E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01703-D508-2105-17BE-BA0634CF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823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1C10-AEC4-1B68-9AB8-37F45A90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50995-9675-4D42-A2A4-0FF3EEAE8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DB2EE-0119-E727-B7D4-F69420B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80F0E-DA2D-32C3-E648-B2D6C0B6A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943A-4F39-07CE-928C-0B6ED90E6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9673A-2715-D81E-C502-C36E2C32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E86F2-2827-B07E-EA67-97B1E776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F13C6-F72A-F38C-B4F9-EFDBB3AF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710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19F8-EBA9-F6FB-270F-93CCD2AF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116A-396A-5861-EAB6-A24092F6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B62D2-88A4-9F3D-5F75-517F2523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74C56-9285-7B5C-6B6D-48B02D88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391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AEEEF-0F06-A82C-52C6-5145ECFC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09596-0D30-4538-4DF3-89606B1D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A9294-D22A-94A9-6D5D-29DE0DAA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992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168C-74CB-7E7E-CB68-3C43B3D6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2ED2D-579B-17B9-A052-BB77BDD7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01FF4-3555-C9F6-6D96-1F50AC318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4F7D9-0DEA-E5B9-9E32-5861DEEF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50309-9155-5D1D-5BFD-7DEE900D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E9B18-75AB-6C03-1A84-61EAE0EF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54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2017-1EF5-087E-6FC1-3FBB62C7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B20D2-CA21-D372-4C00-5AFB32E54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9EB9F-87A6-EEEF-90D7-F0E51F5C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85874-0ACB-2DC5-4DA3-85713697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071BE-68AB-DE6E-ECDC-DF562EB8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75F85-0377-56DD-C298-03BB5AFB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390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9EACE-89EC-75BF-C738-8115FF00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F9243-C9F8-CDD0-1D21-52DDED51A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195B-EEB6-6DC5-776D-5711E8A1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F6B43-F15C-01C8-4DA8-3A51C6B0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1EC1A-C57E-C4F7-E301-19D6BF26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36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C9A22-98FE-FB14-B5DB-275599F7D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510D2-78B3-20B7-4B04-AA71433CC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AD614-3544-5A72-6B44-F2B79951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57586-A1E2-A0AD-C04A-42C8B52E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015A9-CDBE-82EF-E9C0-E147FC91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168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7F47E4-C636-F9BC-9114-474B9AEA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F0107-643E-08EE-50AF-FD1F011F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B9AD3-865F-7CCD-3E45-B57D79313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110BB-4B90-41E3-ADB4-DABE20E328F3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8626-A5AD-F8E3-25AF-C1429DA13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AA58-EBEF-B30A-29C5-750C8111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9B2C-9B95-462B-84BE-A1D05620B8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0327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F8D5-82FE-437E-0415-D521C97AA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Photo Album (ENVIRONMENT)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87673-1C13-DDE7-56D6-350175C4B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/>
              <a:t>by USER</a:t>
            </a:r>
          </a:p>
        </p:txBody>
      </p:sp>
    </p:spTree>
    <p:extLst>
      <p:ext uri="{BB962C8B-B14F-4D97-AF65-F5344CB8AC3E}">
        <p14:creationId xmlns:p14="http://schemas.microsoft.com/office/powerpoint/2010/main" val="221930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01 at 10.12.42 AM">
            <a:extLst>
              <a:ext uri="{FF2B5EF4-FFF2-40B4-BE49-F238E27FC236}">
                <a16:creationId xmlns:a16="http://schemas.microsoft.com/office/drawing/2014/main" id="{504BA96D-95C3-7824-FEA2-67E735B10CE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9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01 at 10.12.42 AM (1)">
            <a:extLst>
              <a:ext uri="{FF2B5EF4-FFF2-40B4-BE49-F238E27FC236}">
                <a16:creationId xmlns:a16="http://schemas.microsoft.com/office/drawing/2014/main" id="{196BEFA5-A22C-6E87-C7E4-D162274C111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8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4-01 at 10.12.41 AM">
            <a:extLst>
              <a:ext uri="{FF2B5EF4-FFF2-40B4-BE49-F238E27FC236}">
                <a16:creationId xmlns:a16="http://schemas.microsoft.com/office/drawing/2014/main" id="{06205468-11FC-B692-2480-C15886DF61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6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Photo Album (ENVIRONMENT)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2026-04-17T06:41:42Z</dcterms:created>
  <dcterms:modified xsi:type="dcterms:W3CDTF">2026-04-17T06:42:07Z</dcterms:modified>
</cp:coreProperties>
</file>