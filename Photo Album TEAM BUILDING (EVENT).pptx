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903C-FA8C-35A6-65B4-2B73DBC31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8372E-E2CF-2210-1AB3-EA381FC63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AA64E-E822-B624-15ED-A39BB2D9C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A325F-688D-902C-132A-B9CD167B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48803-788F-9772-00D2-5CF52505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957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56A6-8D5B-5A60-D349-D6F66CBC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FFDAB-1DE8-C481-50E3-34B7D7C32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4A5F9-C6B4-8C30-6276-5F177ABBE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3EC4B-6A99-A369-AD62-AD9DBB29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CA8E9-4A6E-A54D-6808-6600D18E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907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0000-1198-F1CE-BC6A-AEF54B5F8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93B47-3EB2-3DF2-1E93-29287CC96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752C5-833A-51A7-C90F-6EA6281F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000C-F257-162D-9FFE-A693ABC7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FDDA4-750E-A425-FF5A-54EE8A71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662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AE98-3254-E4A4-AB9E-4F2376DB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A462-5F5C-3A50-293A-D5B98F6F7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626E8-4646-6D06-6E86-5045BE9F8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9E2D6-EA3B-97B1-8B50-4D30487D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BE5B7-BE71-22B0-EBB6-8879DCDB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2D254-1D88-71E5-0E61-6F96B4C6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2127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9B2F-2A03-AEF7-605A-D342E382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C6AE4-8F0F-ADA5-B0D3-3FDC82F43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4886-BE7F-71DC-9765-D70DEDCF9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E7A21-C1D5-618E-F265-12C048ABD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91FCE-A903-2FDF-8902-6E1634EDF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D6625-57B6-DBE1-4CC8-7D3C42D2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24FFA-F1B6-6079-B845-5AF247EE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DB433-18A9-2F2B-5C0D-90C05E3B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471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6932-5D76-D069-5C23-B1E4097B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F132F-DD27-6D54-23B8-14C8999F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89E67-59EF-85BA-39E1-5715A581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2C66E-CB16-8CE9-BB2D-87963066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935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B88CF-C398-80B1-E6DE-6E4CDA6B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071B2-EF3F-B16D-D558-592F1198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C5AC-60F7-C3CA-3146-17B77089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697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8534-C309-B47D-84F4-CDBCFC90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1740C-402A-F62D-38FB-FE19EEA6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E7635-BFB5-05DE-8824-D2581A44C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1343C-5C5C-8AB5-EF41-3DF5EACB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2F639-2C08-E12F-0D17-4A77F573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9633A-E375-3485-BD32-32044313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250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9336-C23F-1355-0C0F-3C3FCCED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5A825-8087-4197-9449-E371E808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62722-42DB-251B-C7B2-A9AE166B8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853E2-ADBD-08DE-F070-0FD0C851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616D6-6508-F906-642C-B3E5AA3FF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73674-80D4-3D56-0E7A-52982CBB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147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784E-3D3A-E407-F12A-6EDF1C3F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291C2-56E8-303A-C025-26DB0B6BE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FD67B-59D6-7681-831F-40A163D7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2620D-4557-BE34-0CC4-124F28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A9E63-A4F5-638A-FC0C-E29E98B7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413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118B4-AD3D-78C4-C867-8532FCB87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105DB-799A-AD30-4C13-09B5CE9D3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15E4E-FD02-7B74-63B6-DBED9A07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0913-B32F-F3AD-4BBC-3264CFF2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AA08B-F5AF-0B8C-B6F4-98DE7E46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5722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5426A-3900-08A4-7029-810D9C3B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54B24-D3CB-1B32-C7C3-760579B63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DF0D6-40E1-3129-CE96-CB75EC951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49AA5-BBF0-42BF-AF31-EB71FF56F58D}" type="datetimeFigureOut">
              <a:rPr lang="en-MY" smtClean="0"/>
              <a:t>17/4/2026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09379-767F-F919-7525-FD193E06E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0762A-C1B1-6BC4-913B-D64F8AEC6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A7823-37CE-4906-99DC-E6BB54B36A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28144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E077-C3EC-0C70-CB29-237FE0F278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Photo Album</a:t>
            </a:r>
            <a:br>
              <a:rPr lang="en-MY" dirty="0"/>
            </a:br>
            <a:r>
              <a:rPr lang="en-MY" dirty="0"/>
              <a:t> (EVENT SECTION)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11398-FBE0-B9E4-B402-115CA022C0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by USER</a:t>
            </a:r>
          </a:p>
        </p:txBody>
      </p:sp>
    </p:spTree>
    <p:extLst>
      <p:ext uri="{BB962C8B-B14F-4D97-AF65-F5344CB8AC3E}">
        <p14:creationId xmlns:p14="http://schemas.microsoft.com/office/powerpoint/2010/main" val="421523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1 PM">
            <a:extLst>
              <a:ext uri="{FF2B5EF4-FFF2-40B4-BE49-F238E27FC236}">
                <a16:creationId xmlns:a16="http://schemas.microsoft.com/office/drawing/2014/main" id="{60D46B48-8B7C-B3A2-8982-B8E9501BC16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50" y="0"/>
            <a:ext cx="10272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0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2 PM (2)">
            <a:extLst>
              <a:ext uri="{FF2B5EF4-FFF2-40B4-BE49-F238E27FC236}">
                <a16:creationId xmlns:a16="http://schemas.microsoft.com/office/drawing/2014/main" id="{501303E0-12E9-FADE-1240-820CA2116E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3 PM">
            <a:extLst>
              <a:ext uri="{FF2B5EF4-FFF2-40B4-BE49-F238E27FC236}">
                <a16:creationId xmlns:a16="http://schemas.microsoft.com/office/drawing/2014/main" id="{CD20B69E-0C34-E60E-8C0D-2ECBF7D990B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25" y="0"/>
            <a:ext cx="10291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9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3 PM (3)">
            <a:extLst>
              <a:ext uri="{FF2B5EF4-FFF2-40B4-BE49-F238E27FC236}">
                <a16:creationId xmlns:a16="http://schemas.microsoft.com/office/drawing/2014/main" id="{2C40AD91-2C32-213C-EA30-F226DB8B38C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3 PM (2)">
            <a:extLst>
              <a:ext uri="{FF2B5EF4-FFF2-40B4-BE49-F238E27FC236}">
                <a16:creationId xmlns:a16="http://schemas.microsoft.com/office/drawing/2014/main" id="{2FF7A554-116A-0B0E-55DA-BF5A603C62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775" y="0"/>
            <a:ext cx="3854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8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4 PM (1)">
            <a:extLst>
              <a:ext uri="{FF2B5EF4-FFF2-40B4-BE49-F238E27FC236}">
                <a16:creationId xmlns:a16="http://schemas.microsoft.com/office/drawing/2014/main" id="{1D851868-0635-07BD-D730-DCEB33F395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4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5 PM">
            <a:extLst>
              <a:ext uri="{FF2B5EF4-FFF2-40B4-BE49-F238E27FC236}">
                <a16:creationId xmlns:a16="http://schemas.microsoft.com/office/drawing/2014/main" id="{D39E3EDE-73B1-2545-D276-0D3F42ACD1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0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3-31 at 9.53.44 PM">
            <a:extLst>
              <a:ext uri="{FF2B5EF4-FFF2-40B4-BE49-F238E27FC236}">
                <a16:creationId xmlns:a16="http://schemas.microsoft.com/office/drawing/2014/main" id="{F9EFE7C9-4240-2CAD-1E4A-03C3A860BC4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88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33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Photo Album  (EVENT SECTION)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2026-04-17T04:43:42Z</dcterms:created>
  <dcterms:modified xsi:type="dcterms:W3CDTF">2026-04-17T04:44:02Z</dcterms:modified>
</cp:coreProperties>
</file>