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4AD8-1407-698D-F3C6-B7CD6DD78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24184-812B-8178-9A4F-F21FC1B7A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8030-B14C-0A66-FAEE-B508B090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03DAD-042C-556F-BDBE-A64905EB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AC278-67B9-E6CD-457E-ADA473A2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0219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8EF2-02D7-C8B2-109B-A229BE7F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E907A-CB62-FCB3-D1E6-8314FFD83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059E3-9CAC-4D60-50AE-E3310592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DB1FE-39DF-AB37-0DA4-1F08A40A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322E9-52CA-055D-D123-27787495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042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30EF-E1BB-548C-3DBA-BCB3405D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3FA3C-0B78-DC66-D2BC-9D72D7C3E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5E78-E361-0DF4-89FE-75004B668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27A3F-01F9-5746-5234-6C8127D3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A940-2037-B86B-D3A5-E02B6368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9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DC27-36B7-C54F-990C-54B54508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4F40-A83C-E8AB-B70C-4E4E0507D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B1A97-904E-908F-6052-EBC678F7F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5814F-FA12-0566-F600-4D8AEBAA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0A241-DB6E-E36A-3886-2A24889AB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3DEED-1342-A1A0-3C92-B977980A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7558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D354D-D3F0-D708-F292-8485C63A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E460C-0499-F330-C67D-CF32A9BDB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40332-CAE9-E441-8233-C7A933D2C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B6608-043A-E0FC-86AD-26B3E11F2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E530AF-8519-3CF1-C193-6D617E6DC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C7425-C471-EB35-8A2C-B24A59ED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6753FC-F170-C492-967F-50CB75BA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F0F23B-67B0-4DA0-28B1-4B9DF661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1788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181D4-9720-EE68-195C-7FA3A61E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234BCC-2090-BC04-4D3E-099D7FF2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B5AD4-7BF1-440A-1F81-0459CB06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0D456-57AE-1533-A9EB-34922148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780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12CAB-1F65-93FA-CA14-DF9E05C5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81E90E-AEFD-CDCC-C44E-2DBB0534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FFA59-457B-0F22-4463-BB589ED5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28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E2C1-6AFD-B63F-37BA-A8334A703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E724-118C-4911-E288-F2A7F0FD9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1052F-D750-2BF4-660A-5379B05D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9AA50-D32C-BF0E-9F57-CE163539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44514-C168-8013-1484-4D0DBC58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0DEB1-0F17-4A48-96F0-E550E439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5995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7463-4EA4-DCCF-9C9B-BF2D4859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8D2F9-B22B-430C-E1F3-61AEE31C3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3D6B1-305F-D537-3002-36C828DEB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3CDCA-F382-2947-9EFE-FECBF77D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B90E4-C110-DF68-54EC-B3185BD7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097CA-3AD5-77D7-AA2B-832B028C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7333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493B-D736-2910-140A-C421987B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72CD0-A48E-4C3F-043D-8EFC0A0F7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E5CF-A2E2-04FD-0DA7-B7D920CE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8C109-4348-C624-58FE-F7525C3A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B8B68-D43E-14AC-3DD8-46C95CFC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307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A122D-4426-CFA2-AF0B-1086BEA5B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244CF-DB82-3621-2A5B-FE7BBF7E5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E45AD-75D4-0D43-FF59-89DE39CE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195B6-2E61-DADA-5265-FA07AFFA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DC8B4-BA9B-6AE1-826A-7054373C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583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88C0F-058E-572E-C50A-C89F33531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F8FB7-1432-DB25-AD6D-5EDB358E6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36634-6009-6FDD-80EC-BD664E6A5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43D4-BA91-4F68-ACE9-DF8813A918E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34460-8AC2-45CB-EE36-DDC45E967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4C10D-B0A3-F4A2-140B-EBADEB3FB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74EDF-C2DA-43E8-89DF-092135601FB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390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9A12-0ACB-0AB6-BADD-51E4A0B2A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53862" y="-1193800"/>
            <a:ext cx="8029903" cy="2123966"/>
          </a:xfrm>
        </p:spPr>
        <p:txBody>
          <a:bodyPr/>
          <a:lstStyle/>
          <a:p>
            <a:r>
              <a:rPr lang="en-US" dirty="0"/>
              <a:t>ABOUT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D6856-6DF0-B91E-5E7D-C13B71609DF5}"/>
              </a:ext>
            </a:extLst>
          </p:cNvPr>
          <p:cNvSpPr txBox="1"/>
          <p:nvPr/>
        </p:nvSpPr>
        <p:spPr>
          <a:xfrm>
            <a:off x="270641" y="930166"/>
            <a:ext cx="1165071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JOURNEY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130107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9B07-BFA7-86B7-6569-B38CA8D7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137"/>
            <a:ext cx="10515600" cy="1325563"/>
          </a:xfrm>
        </p:spPr>
        <p:txBody>
          <a:bodyPr/>
          <a:lstStyle/>
          <a:p>
            <a:r>
              <a:rPr lang="en-US" dirty="0"/>
              <a:t>WHAT WE DO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F10D-6E4C-FA95-5548-828C5EBEF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9252"/>
            <a:ext cx="10515600" cy="5604669"/>
          </a:xfrm>
        </p:spPr>
        <p:txBody>
          <a:bodyPr/>
          <a:lstStyle/>
          <a:p>
            <a:r>
              <a:rPr lang="en-US" dirty="0"/>
              <a:t>SALES DEVELOPMENT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MY" dirty="0"/>
              <a:t>TEAM GROW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49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FD1524-6BBD-B52A-477C-9C3BE962A581}"/>
              </a:ext>
            </a:extLst>
          </p:cNvPr>
          <p:cNvSpPr txBox="1"/>
          <p:nvPr/>
        </p:nvSpPr>
        <p:spPr>
          <a:xfrm>
            <a:off x="252247" y="0"/>
            <a:ext cx="821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CULTURE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82C75-D5C4-3144-C743-80EE8EC93780}"/>
              </a:ext>
            </a:extLst>
          </p:cNvPr>
          <p:cNvSpPr txBox="1"/>
          <p:nvPr/>
        </p:nvSpPr>
        <p:spPr>
          <a:xfrm>
            <a:off x="0" y="751344"/>
            <a:ext cx="115561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21790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0BD9-FEBC-B622-90F2-D502B720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9371"/>
            <a:ext cx="10515600" cy="1325563"/>
          </a:xfrm>
        </p:spPr>
        <p:txBody>
          <a:bodyPr/>
          <a:lstStyle/>
          <a:p>
            <a:r>
              <a:rPr lang="en-US" dirty="0"/>
              <a:t>ACHIEVEMENT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81525-9372-4C38-999F-E6F01B249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756"/>
            <a:ext cx="11585028" cy="5631464"/>
          </a:xfrm>
        </p:spPr>
        <p:txBody>
          <a:bodyPr>
            <a:normAutofit/>
          </a:bodyPr>
          <a:lstStyle/>
          <a:p>
            <a:r>
              <a:rPr lang="en-US" sz="2400" dirty="0"/>
              <a:t>UPPER LEVEL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TEAM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HPT</a:t>
            </a:r>
          </a:p>
        </p:txBody>
      </p:sp>
    </p:spTree>
    <p:extLst>
      <p:ext uri="{BB962C8B-B14F-4D97-AF65-F5344CB8AC3E}">
        <p14:creationId xmlns:p14="http://schemas.microsoft.com/office/powerpoint/2010/main" val="154864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ABOUT</vt:lpstr>
      <vt:lpstr>WHAT WE DO</vt:lpstr>
      <vt:lpstr>PowerPoint Presentation</vt:lpstr>
      <vt:lpstr>ACHIEVEMENT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2026-04-16T13:06:22Z</dcterms:created>
  <dcterms:modified xsi:type="dcterms:W3CDTF">2026-04-16T13:06:35Z</dcterms:modified>
</cp:coreProperties>
</file>